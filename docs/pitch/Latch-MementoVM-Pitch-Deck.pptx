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PM F1</c:v>
                </c:pt>
              </c:strCache>
            </c:strRef>
          </c:tx>
          <c:spPr>
            <a:solidFill>
              <a:srgbClr val="3D8D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 memory</c:v>
                  </c:pt>
                  <c:pt idx="1">
                    <c:v>Vector memory</c:v>
                  </c:pt>
                  <c:pt idx="2">
                    <c:v>Todo ledger</c:v>
                  </c:pt>
                  <c:pt idx="3">
                    <c:v>MementoVM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0.5</c:v>
                </c:pt>
                <c:pt idx="2">
                  <c:v>0.615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3192" y="6519672"/>
            <a:ext cx="11411712" cy="0"/>
          </a:xfrm>
          <a:prstGeom prst="line">
            <a:avLst/>
          </a:prstGeom>
          <a:noFill/>
          <a:ln w="7620">
            <a:solidFill>
              <a:srgbClr val="EDEDE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39319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CLOUD • TRACK 1 - MEMORYAGENT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818120" y="39319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• APACHE-2.0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93192" y="2395728"/>
            <a:ext cx="98298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88000"/>
              </a:lnSpc>
              <a:buNone/>
            </a:pPr>
            <a:r>
              <a:rPr lang="en-US" sz="5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Latch remembers</a:t>
            </a:r>
            <a:endParaRPr lang="en-US" sz="58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5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must happen.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429768" y="5797296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MementoVM turns future commitments into typed, versioned programs that act once - and forget on purpose.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634472" y="5239512"/>
            <a:ext cx="612648" cy="612648"/>
          </a:xfrm>
          <a:prstGeom prst="rect">
            <a:avLst/>
          </a:prstGeom>
          <a:solidFill>
            <a:srgbClr val="D8FF3E"/>
          </a:solidFill>
          <a:ln w="12700">
            <a:solidFill>
              <a:srgbClr val="D8FF3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74320"/>
            <a:ext cx="11018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is not a plan for the future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089904" y="1444752"/>
            <a:ext cx="0" cy="4553712"/>
          </a:xfrm>
          <a:prstGeom prst="line">
            <a:avLst/>
          </a:prstGeom>
          <a:noFill/>
          <a:ln w="12700">
            <a:solidFill>
              <a:srgbClr val="B8BC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1691640"/>
            <a:ext cx="5230368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memory
</a:t>
            </a:r>
            <a:pPr indent="0" marL="0">
              <a:buNone/>
            </a:pPr>
            <a:r>
              <a:rPr lang="en-US" sz="2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Retrieves what happened. Similarity can surface stale plans, but it does not encode inhibitors, deadlines, approval policy, or an exactly-once lifecycle.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19088" y="1691640"/>
            <a:ext cx="4736592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Prospective memory
</a:t>
            </a:r>
            <a:pPr indent="0" marL="0">
              <a:buNone/>
            </a:pPr>
            <a:r>
              <a:rPr lang="en-US" sz="2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Compiles what must happen. Typed cues can be revised, inhibited, deferred, approved, executed once, and removed from hot memory after their purpose is complete.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93192" y="5705856"/>
            <a:ext cx="10241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a control problem - not a retrieval problem.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74320"/>
            <a:ext cx="11018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becomes a durable program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93192" y="1828800"/>
            <a:ext cx="5120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intent. Inspect every decision.
</a:t>
            </a:r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compiles natural language into an Intention Program. The Memory Debugger exposes versions, predicates, rejected distractors, approval state, and the exact evidence behind action or non-action.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72200" y="731520"/>
            <a:ext cx="5632704" cy="5440680"/>
          </a:xfrm>
          <a:prstGeom prst="roundRect">
            <a:avLst>
              <a:gd name="adj" fmla="val 1345"/>
            </a:avLst>
          </a:prstGeom>
          <a:solidFill>
            <a:srgbClr val="EAF5FB"/>
          </a:solidFill>
          <a:ln w="12700">
            <a:solidFill>
              <a:srgbClr val="B8BCC4"/>
            </a:solidFill>
            <a:prstDash val="solid"/>
          </a:ln>
        </p:spPr>
      </p:sp>
      <p:pic>
        <p:nvPicPr>
          <p:cNvPr id="5" name="Image 0" descr="C:/Users/navee/AppData/Local/Temp/codex-presentations/manual-20260720-latch/latch-pitch/tmp/assets/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0216" y="859536"/>
            <a:ext cx="5376672" cy="51846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74320"/>
            <a:ext cx="11018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deterministic runtime surrounds Qwen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93192" y="185623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+ events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221284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normalized contract for users, connectors, and simulator.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328416" y="185623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12464" y="182880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compiler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712464" y="221284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JSON only; thinking disabled; one repair pass.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63640" y="185623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47688" y="182880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+ policy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647688" y="221284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Types, tools, risk, and approval rules validated locally.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98864" y="185623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82912" y="182880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582912" y="221284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programs, cue indexes, jobs, approvals, and audit.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3192" y="408736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4059936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cue router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77240" y="4443984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Channel, event type, entity, validity, and inhibitor first.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28416" y="408736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12464" y="4059936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+ clock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712464" y="4443984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and absence monitoring with deterministic demo time.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408736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47688" y="4059936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+ executor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647688" y="4443984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hash, expiry, atomic claim, idempotency key.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98864" y="408736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582912" y="4059936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Alibaba OSS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582912" y="4443984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replay bundles and deployment proof artifacts.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93192" y="3703320"/>
            <a:ext cx="1101852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74320"/>
            <a:ext cx="11018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is a database invariant, not a prompt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93192" y="1783080"/>
            <a:ext cx="5166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Typed, immutable programs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393192" y="2276856"/>
            <a:ext cx="4983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material revision creates a complete version; the prior version is superseded and removed from hot retrieval.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245352" y="1783080"/>
            <a:ext cx="5166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before semantic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245352" y="2276856"/>
            <a:ext cx="4983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IDs, validity, and inhibitors resolve locally. Only bounded ambiguity is eligible for Qwen adjudication.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93192" y="4023360"/>
            <a:ext cx="5166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bound to one action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393192" y="4517136"/>
            <a:ext cx="4983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writes require a human decision tied to the version, action hash, and a 30-minute expiry.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245352" y="4023360"/>
            <a:ext cx="5166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once under retries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245352" y="4517136"/>
            <a:ext cx="4983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database claim and unique idempotency key suppress duplicate webhooks, clicks, workers, and tool retries.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74320"/>
            <a:ext cx="11018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MementoVM reaches 1.00 PM F1 on PM-Mini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93192" y="1170432"/>
          <a:ext cx="5257800" cy="44439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172200" y="987552"/>
            <a:ext cx="5632704" cy="1371600"/>
          </a:xfrm>
          <a:prstGeom prst="roundRect">
            <a:avLst>
              <a:gd name="adj" fmla="val 466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46520" y="1170432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7616952" y="1179576"/>
            <a:ext cx="38130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deterministic scenarios across exact cues, lures, stale state, inhibitors, absence, and cancellation.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72200" y="2679192"/>
            <a:ext cx="5632704" cy="1371600"/>
          </a:xfrm>
          <a:prstGeom prst="roundRect">
            <a:avLst>
              <a:gd name="adj" fmla="val 466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6520" y="2862072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7616952" y="2871216"/>
            <a:ext cx="38130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alarms, misses, and duplicate actions for MementoVM on PM-Mini v1.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72200" y="4370832"/>
            <a:ext cx="5632704" cy="1371600"/>
          </a:xfrm>
          <a:prstGeom prst="roundRect">
            <a:avLst>
              <a:gd name="adj" fmla="val 466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4553712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10/10</a:t>
            </a:r>
            <a:endParaRPr lang="en-US" sz="3100" dirty="0"/>
          </a:p>
        </p:txBody>
      </p:sp>
      <p:sp>
        <p:nvSpPr>
          <p:cNvPr id="12" name="Text 9"/>
          <p:cNvSpPr/>
          <p:nvPr/>
        </p:nvSpPr>
        <p:spPr>
          <a:xfrm>
            <a:off x="7616952" y="4562856"/>
            <a:ext cx="38130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judge-scenario runs passed against the live local container stack.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11480" y="596188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release dataset; results characterize PM-Mini v1, not general production performance.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393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LATCH / MEMENTOVM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93192" y="1719072"/>
            <a:ext cx="97840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Prospective memory is the</a:t>
            </a:r>
            <a:endParaRPr lang="en-US" sz="5400" dirty="0"/>
          </a:p>
          <a:p>
            <a:pPr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control plane.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393192" y="4937760"/>
            <a:ext cx="65836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github.com/1aifanatic/mementovm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60-case benchmark • deterministic simulator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Cloud • Alibaba Cloud deployment profile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0634472" y="5239512"/>
            <a:ext cx="612648" cy="612648"/>
          </a:xfrm>
          <a:prstGeom prst="rect">
            <a:avLst/>
          </a:prstGeom>
          <a:solidFill>
            <a:srgbClr val="D8FF3E"/>
          </a:solidFill>
          <a:ln w="12700">
            <a:solidFill>
              <a:srgbClr val="D8FF3E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Latch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Latch / MementoVM - Qwen Cloud MemoryAgent</dc:title>
  <dc:subject>Prospective memory for long-running agents</dc:subject>
  <dc:creator>Latch / MementoVM</dc:creator>
  <cp:lastModifiedBy>Latch / MementoVM</cp:lastModifiedBy>
  <cp:revision>1</cp:revision>
  <dcterms:created xsi:type="dcterms:W3CDTF">2026-07-20T17:07:52Z</dcterms:created>
  <dcterms:modified xsi:type="dcterms:W3CDTF">2026-07-20T17:07:52Z</dcterms:modified>
</cp:coreProperties>
</file>